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D61F6-C19A-4B51-BED3-E77326EFC41B}" v="2" dt="2026-10-21T00:27:42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or Schroeder" userId="b5dc7317-29c0-420d-a3e1-6a07614f8ec9" providerId="ADAL" clId="{045A2BD9-4324-4B3B-AE34-A1847A3B2362}"/>
    <pc:docChg chg="undo redo custSel modSld">
      <pc:chgData name="Gregor Schroeder" userId="b5dc7317-29c0-420d-a3e1-6a07614f8ec9" providerId="ADAL" clId="{045A2BD9-4324-4B3B-AE34-A1847A3B2362}" dt="2026-10-21T00:31:43.814" v="245" actId="1076"/>
      <pc:docMkLst>
        <pc:docMk/>
      </pc:docMkLst>
      <pc:sldChg chg="addSp delSp modSp mod">
        <pc:chgData name="Gregor Schroeder" userId="b5dc7317-29c0-420d-a3e1-6a07614f8ec9" providerId="ADAL" clId="{045A2BD9-4324-4B3B-AE34-A1847A3B2362}" dt="2026-10-21T00:31:43.814" v="245" actId="1076"/>
        <pc:sldMkLst>
          <pc:docMk/>
          <pc:sldMk cId="3671389095" sldId="256"/>
        </pc:sldMkLst>
        <pc:spChg chg="mod">
          <ac:chgData name="Gregor Schroeder" userId="b5dc7317-29c0-420d-a3e1-6a07614f8ec9" providerId="ADAL" clId="{045A2BD9-4324-4B3B-AE34-A1847A3B2362}" dt="2026-10-21T00:25:48.645" v="129" actId="1076"/>
          <ac:spMkLst>
            <pc:docMk/>
            <pc:sldMk cId="3671389095" sldId="256"/>
            <ac:spMk id="4" creationId="{8AE186A6-FC0D-12DB-4C7B-AF82A6BD0FD9}"/>
          </ac:spMkLst>
        </pc:spChg>
        <pc:spChg chg="mod">
          <ac:chgData name="Gregor Schroeder" userId="b5dc7317-29c0-420d-a3e1-6a07614f8ec9" providerId="ADAL" clId="{045A2BD9-4324-4B3B-AE34-A1847A3B2362}" dt="2026-10-21T00:25:48.645" v="129" actId="1076"/>
          <ac:spMkLst>
            <pc:docMk/>
            <pc:sldMk cId="3671389095" sldId="256"/>
            <ac:spMk id="7" creationId="{43581310-5C3E-219E-4B43-8CBB7858D68D}"/>
          </ac:spMkLst>
        </pc:spChg>
        <pc:spChg chg="mod">
          <ac:chgData name="Gregor Schroeder" userId="b5dc7317-29c0-420d-a3e1-6a07614f8ec9" providerId="ADAL" clId="{045A2BD9-4324-4B3B-AE34-A1847A3B2362}" dt="2026-09-29T17:02:29.499" v="55" actId="14100"/>
          <ac:spMkLst>
            <pc:docMk/>
            <pc:sldMk cId="3671389095" sldId="256"/>
            <ac:spMk id="9" creationId="{0AE9DE5E-1ACA-0E72-81FF-6C27771DE4C8}"/>
          </ac:spMkLst>
        </pc:spChg>
        <pc:spChg chg="mod">
          <ac:chgData name="Gregor Schroeder" userId="b5dc7317-29c0-420d-a3e1-6a07614f8ec9" providerId="ADAL" clId="{045A2BD9-4324-4B3B-AE34-A1847A3B2362}" dt="2026-09-29T17:02:21.315" v="53" actId="14100"/>
          <ac:spMkLst>
            <pc:docMk/>
            <pc:sldMk cId="3671389095" sldId="256"/>
            <ac:spMk id="10" creationId="{7EA4AD1F-092F-7D64-3E2C-0677B11A0EBC}"/>
          </ac:spMkLst>
        </pc:spChg>
        <pc:spChg chg="mod">
          <ac:chgData name="Gregor Schroeder" userId="b5dc7317-29c0-420d-a3e1-6a07614f8ec9" providerId="ADAL" clId="{045A2BD9-4324-4B3B-AE34-A1847A3B2362}" dt="2026-10-21T00:27:00.549" v="142" actId="1076"/>
          <ac:spMkLst>
            <pc:docMk/>
            <pc:sldMk cId="3671389095" sldId="256"/>
            <ac:spMk id="17" creationId="{A603C946-9914-2716-E726-43B741173BB1}"/>
          </ac:spMkLst>
        </pc:spChg>
        <pc:spChg chg="mod">
          <ac:chgData name="Gregor Schroeder" userId="b5dc7317-29c0-420d-a3e1-6a07614f8ec9" providerId="ADAL" clId="{045A2BD9-4324-4B3B-AE34-A1847A3B2362}" dt="2026-10-21T00:27:00.549" v="142" actId="1076"/>
          <ac:spMkLst>
            <pc:docMk/>
            <pc:sldMk cId="3671389095" sldId="256"/>
            <ac:spMk id="18" creationId="{1CFA7E4D-44FC-46AA-AC23-6CDBC0ED0924}"/>
          </ac:spMkLst>
        </pc:spChg>
        <pc:spChg chg="mod">
          <ac:chgData name="Gregor Schroeder" userId="b5dc7317-29c0-420d-a3e1-6a07614f8ec9" providerId="ADAL" clId="{045A2BD9-4324-4B3B-AE34-A1847A3B2362}" dt="2026-10-21T00:29:32.354" v="233" actId="1076"/>
          <ac:spMkLst>
            <pc:docMk/>
            <pc:sldMk cId="3671389095" sldId="256"/>
            <ac:spMk id="19" creationId="{3F1D5BD2-7410-CBDC-B5FD-C3AD634E4E07}"/>
          </ac:spMkLst>
        </pc:spChg>
        <pc:spChg chg="mod">
          <ac:chgData name="Gregor Schroeder" userId="b5dc7317-29c0-420d-a3e1-6a07614f8ec9" providerId="ADAL" clId="{045A2BD9-4324-4B3B-AE34-A1847A3B2362}" dt="2026-10-21T00:29:32.354" v="233" actId="1076"/>
          <ac:spMkLst>
            <pc:docMk/>
            <pc:sldMk cId="3671389095" sldId="256"/>
            <ac:spMk id="20" creationId="{B6071384-73C8-8410-DAB8-5D0AED605679}"/>
          </ac:spMkLst>
        </pc:spChg>
        <pc:spChg chg="add mod">
          <ac:chgData name="Gregor Schroeder" userId="b5dc7317-29c0-420d-a3e1-6a07614f8ec9" providerId="ADAL" clId="{045A2BD9-4324-4B3B-AE34-A1847A3B2362}" dt="2026-10-21T00:30:55.949" v="243" actId="1076"/>
          <ac:spMkLst>
            <pc:docMk/>
            <pc:sldMk cId="3671389095" sldId="256"/>
            <ac:spMk id="27" creationId="{36ED4FAD-EDFF-2D9B-ACEA-4318FAFBA454}"/>
          </ac:spMkLst>
        </pc:spChg>
        <pc:spChg chg="mod">
          <ac:chgData name="Gregor Schroeder" userId="b5dc7317-29c0-420d-a3e1-6a07614f8ec9" providerId="ADAL" clId="{045A2BD9-4324-4B3B-AE34-A1847A3B2362}" dt="2026-10-21T00:29:32.354" v="233" actId="1076"/>
          <ac:spMkLst>
            <pc:docMk/>
            <pc:sldMk cId="3671389095" sldId="256"/>
            <ac:spMk id="30" creationId="{064BA4F6-C2CA-7201-18AF-616194CBCE86}"/>
          </ac:spMkLst>
        </pc:spChg>
        <pc:spChg chg="mod">
          <ac:chgData name="Gregor Schroeder" userId="b5dc7317-29c0-420d-a3e1-6a07614f8ec9" providerId="ADAL" clId="{045A2BD9-4324-4B3B-AE34-A1847A3B2362}" dt="2026-10-21T00:29:32.354" v="233" actId="1076"/>
          <ac:spMkLst>
            <pc:docMk/>
            <pc:sldMk cId="3671389095" sldId="256"/>
            <ac:spMk id="31" creationId="{615286B9-9985-ECA4-12BC-F7A4662DE6B4}"/>
          </ac:spMkLst>
        </pc:spChg>
        <pc:spChg chg="mod">
          <ac:chgData name="Gregor Schroeder" userId="b5dc7317-29c0-420d-a3e1-6a07614f8ec9" providerId="ADAL" clId="{045A2BD9-4324-4B3B-AE34-A1847A3B2362}" dt="2026-10-21T00:30:28.020" v="240" actId="1076"/>
          <ac:spMkLst>
            <pc:docMk/>
            <pc:sldMk cId="3671389095" sldId="256"/>
            <ac:spMk id="33" creationId="{2362F874-F5F5-5307-EF24-C4BAE949B4E2}"/>
          </ac:spMkLst>
        </pc:spChg>
        <pc:spChg chg="mod">
          <ac:chgData name="Gregor Schroeder" userId="b5dc7317-29c0-420d-a3e1-6a07614f8ec9" providerId="ADAL" clId="{045A2BD9-4324-4B3B-AE34-A1847A3B2362}" dt="2026-10-21T00:30:28.020" v="240" actId="1076"/>
          <ac:spMkLst>
            <pc:docMk/>
            <pc:sldMk cId="3671389095" sldId="256"/>
            <ac:spMk id="34" creationId="{EF788281-F223-CCF5-BEFE-9812E27C77AF}"/>
          </ac:spMkLst>
        </pc:spChg>
        <pc:spChg chg="add mod">
          <ac:chgData name="Gregor Schroeder" userId="b5dc7317-29c0-420d-a3e1-6a07614f8ec9" providerId="ADAL" clId="{045A2BD9-4324-4B3B-AE34-A1847A3B2362}" dt="2026-10-21T00:30:55.949" v="243" actId="1076"/>
          <ac:spMkLst>
            <pc:docMk/>
            <pc:sldMk cId="3671389095" sldId="256"/>
            <ac:spMk id="35" creationId="{BDAEA6C6-03B8-D62B-ACC1-ABA1FEF7D8CA}"/>
          </ac:spMkLst>
        </pc:spChg>
        <pc:spChg chg="mod">
          <ac:chgData name="Gregor Schroeder" userId="b5dc7317-29c0-420d-a3e1-6a07614f8ec9" providerId="ADAL" clId="{045A2BD9-4324-4B3B-AE34-A1847A3B2362}" dt="2026-10-21T00:30:28.020" v="240" actId="1076"/>
          <ac:spMkLst>
            <pc:docMk/>
            <pc:sldMk cId="3671389095" sldId="256"/>
            <ac:spMk id="38" creationId="{2EC7A187-731B-ABC3-8FD7-771AFE0C80DD}"/>
          </ac:spMkLst>
        </pc:spChg>
        <pc:spChg chg="mod">
          <ac:chgData name="Gregor Schroeder" userId="b5dc7317-29c0-420d-a3e1-6a07614f8ec9" providerId="ADAL" clId="{045A2BD9-4324-4B3B-AE34-A1847A3B2362}" dt="2026-10-21T00:30:28.020" v="240" actId="1076"/>
          <ac:spMkLst>
            <pc:docMk/>
            <pc:sldMk cId="3671389095" sldId="256"/>
            <ac:spMk id="39" creationId="{D7A22444-CA6D-D4DE-42E8-AD1D011F8A1B}"/>
          </ac:spMkLst>
        </pc:spChg>
        <pc:spChg chg="mod">
          <ac:chgData name="Gregor Schroeder" userId="b5dc7317-29c0-420d-a3e1-6a07614f8ec9" providerId="ADAL" clId="{045A2BD9-4324-4B3B-AE34-A1847A3B2362}" dt="2026-10-21T00:29:14.909" v="230" actId="14100"/>
          <ac:spMkLst>
            <pc:docMk/>
            <pc:sldMk cId="3671389095" sldId="256"/>
            <ac:spMk id="42" creationId="{497F0F9B-D7EF-4699-C7DC-7BDC7384E8DA}"/>
          </ac:spMkLst>
        </pc:spChg>
        <pc:spChg chg="mod">
          <ac:chgData name="Gregor Schroeder" userId="b5dc7317-29c0-420d-a3e1-6a07614f8ec9" providerId="ADAL" clId="{045A2BD9-4324-4B3B-AE34-A1847A3B2362}" dt="2026-10-21T00:31:43.814" v="245" actId="1076"/>
          <ac:spMkLst>
            <pc:docMk/>
            <pc:sldMk cId="3671389095" sldId="256"/>
            <ac:spMk id="43" creationId="{B171E405-E458-A8B0-528F-0F1F90791B85}"/>
          </ac:spMkLst>
        </pc:spChg>
        <pc:spChg chg="mod">
          <ac:chgData name="Gregor Schroeder" userId="b5dc7317-29c0-420d-a3e1-6a07614f8ec9" providerId="ADAL" clId="{045A2BD9-4324-4B3B-AE34-A1847A3B2362}" dt="2026-09-29T17:03:32.556" v="76" actId="14100"/>
          <ac:spMkLst>
            <pc:docMk/>
            <pc:sldMk cId="3671389095" sldId="256"/>
            <ac:spMk id="45" creationId="{6007FB49-A7C6-A588-183F-8104F2CA36A7}"/>
          </ac:spMkLst>
        </pc:spChg>
        <pc:spChg chg="mod">
          <ac:chgData name="Gregor Schroeder" userId="b5dc7317-29c0-420d-a3e1-6a07614f8ec9" providerId="ADAL" clId="{045A2BD9-4324-4B3B-AE34-A1847A3B2362}" dt="2026-09-29T17:03:14.431" v="72" actId="20577"/>
          <ac:spMkLst>
            <pc:docMk/>
            <pc:sldMk cId="3671389095" sldId="256"/>
            <ac:spMk id="46" creationId="{F876CC98-48FC-1C80-A142-FA990FCE9B69}"/>
          </ac:spMkLst>
        </pc:spChg>
        <pc:spChg chg="mod">
          <ac:chgData name="Gregor Schroeder" userId="b5dc7317-29c0-420d-a3e1-6a07614f8ec9" providerId="ADAL" clId="{045A2BD9-4324-4B3B-AE34-A1847A3B2362}" dt="2026-09-29T17:04:54.796" v="94" actId="14100"/>
          <ac:spMkLst>
            <pc:docMk/>
            <pc:sldMk cId="3671389095" sldId="256"/>
            <ac:spMk id="60" creationId="{F5526867-F547-1982-3A88-8D3D87B797DA}"/>
          </ac:spMkLst>
        </pc:spChg>
        <pc:spChg chg="mod">
          <ac:chgData name="Gregor Schroeder" userId="b5dc7317-29c0-420d-a3e1-6a07614f8ec9" providerId="ADAL" clId="{045A2BD9-4324-4B3B-AE34-A1847A3B2362}" dt="2026-09-29T17:04:58.549" v="95" actId="20577"/>
          <ac:spMkLst>
            <pc:docMk/>
            <pc:sldMk cId="3671389095" sldId="256"/>
            <ac:spMk id="61" creationId="{1F737E41-3DDC-14D3-6B9C-412C265A7C6E}"/>
          </ac:spMkLst>
        </pc:spChg>
        <pc:spChg chg="mod">
          <ac:chgData name="Gregor Schroeder" userId="b5dc7317-29c0-420d-a3e1-6a07614f8ec9" providerId="ADAL" clId="{045A2BD9-4324-4B3B-AE34-A1847A3B2362}" dt="2026-10-21T00:25:48.645" v="129" actId="1076"/>
          <ac:spMkLst>
            <pc:docMk/>
            <pc:sldMk cId="3671389095" sldId="256"/>
            <ac:spMk id="82" creationId="{CBCF8921-64B6-A577-76D1-2E9BE28715D5}"/>
          </ac:spMkLst>
        </pc:spChg>
        <pc:cxnChg chg="add del mod">
          <ac:chgData name="Gregor Schroeder" userId="b5dc7317-29c0-420d-a3e1-6a07614f8ec9" providerId="ADAL" clId="{045A2BD9-4324-4B3B-AE34-A1847A3B2362}" dt="2026-10-21T00:27:26.798" v="150" actId="478"/>
          <ac:cxnSpMkLst>
            <pc:docMk/>
            <pc:sldMk cId="3671389095" sldId="256"/>
            <ac:cxnSpMk id="8" creationId="{D12F5FBF-AB7F-A2A5-EADA-3DABEE59DB97}"/>
          </ac:cxnSpMkLst>
        </pc:cxnChg>
        <pc:cxnChg chg="mod">
          <ac:chgData name="Gregor Schroeder" userId="b5dc7317-29c0-420d-a3e1-6a07614f8ec9" providerId="ADAL" clId="{045A2BD9-4324-4B3B-AE34-A1847A3B2362}" dt="2026-10-21T00:27:13.677" v="147" actId="14100"/>
          <ac:cxnSpMkLst>
            <pc:docMk/>
            <pc:sldMk cId="3671389095" sldId="256"/>
            <ac:cxnSpMk id="12" creationId="{26CD92FA-81A6-CD93-8438-34C97DD5A348}"/>
          </ac:cxnSpMkLst>
        </pc:cxnChg>
        <pc:cxnChg chg="mod">
          <ac:chgData name="Gregor Schroeder" userId="b5dc7317-29c0-420d-a3e1-6a07614f8ec9" providerId="ADAL" clId="{045A2BD9-4324-4B3B-AE34-A1847A3B2362}" dt="2026-10-21T00:29:25.149" v="232" actId="14100"/>
          <ac:cxnSpMkLst>
            <pc:docMk/>
            <pc:sldMk cId="3671389095" sldId="256"/>
            <ac:cxnSpMk id="13" creationId="{08DBA490-DA57-9602-65F0-076438C61A53}"/>
          </ac:cxnSpMkLst>
        </pc:cxnChg>
        <pc:cxnChg chg="add mod">
          <ac:chgData name="Gregor Schroeder" userId="b5dc7317-29c0-420d-a3e1-6a07614f8ec9" providerId="ADAL" clId="{045A2BD9-4324-4B3B-AE34-A1847A3B2362}" dt="2026-10-21T00:30:59.864" v="244" actId="14100"/>
          <ac:cxnSpMkLst>
            <pc:docMk/>
            <pc:sldMk cId="3671389095" sldId="256"/>
            <ac:cxnSpMk id="22" creationId="{E2C4BE68-E3FB-09A1-58C7-50D702C6D975}"/>
          </ac:cxnSpMkLst>
        </pc:cxnChg>
        <pc:cxnChg chg="mod">
          <ac:chgData name="Gregor Schroeder" userId="b5dc7317-29c0-420d-a3e1-6a07614f8ec9" providerId="ADAL" clId="{045A2BD9-4324-4B3B-AE34-A1847A3B2362}" dt="2026-10-21T00:29:32.354" v="233" actId="1076"/>
          <ac:cxnSpMkLst>
            <pc:docMk/>
            <pc:sldMk cId="3671389095" sldId="256"/>
            <ac:cxnSpMk id="29" creationId="{97D5980A-9087-33A6-3FD4-679945137B34}"/>
          </ac:cxnSpMkLst>
        </pc:cxnChg>
        <pc:cxnChg chg="mod">
          <ac:chgData name="Gregor Schroeder" userId="b5dc7317-29c0-420d-a3e1-6a07614f8ec9" providerId="ADAL" clId="{045A2BD9-4324-4B3B-AE34-A1847A3B2362}" dt="2026-10-21T00:30:40.647" v="242" actId="14100"/>
          <ac:cxnSpMkLst>
            <pc:docMk/>
            <pc:sldMk cId="3671389095" sldId="256"/>
            <ac:cxnSpMk id="32" creationId="{804C74ED-DB1E-3D98-0BE4-CEE86D2A2FF1}"/>
          </ac:cxnSpMkLst>
        </pc:cxnChg>
        <pc:cxnChg chg="mod">
          <ac:chgData name="Gregor Schroeder" userId="b5dc7317-29c0-420d-a3e1-6a07614f8ec9" providerId="ADAL" clId="{045A2BD9-4324-4B3B-AE34-A1847A3B2362}" dt="2026-10-21T00:30:33.135" v="241" actId="1076"/>
          <ac:cxnSpMkLst>
            <pc:docMk/>
            <pc:sldMk cId="3671389095" sldId="256"/>
            <ac:cxnSpMk id="37" creationId="{2FA73483-7DDC-4D0B-B08F-C6E74933524E}"/>
          </ac:cxnSpMkLst>
        </pc:cxnChg>
        <pc:cxnChg chg="mod">
          <ac:chgData name="Gregor Schroeder" userId="b5dc7317-29c0-420d-a3e1-6a07614f8ec9" providerId="ADAL" clId="{045A2BD9-4324-4B3B-AE34-A1847A3B2362}" dt="2026-09-29T17:03:14.431" v="72" actId="20577"/>
          <ac:cxnSpMkLst>
            <pc:docMk/>
            <pc:sldMk cId="3671389095" sldId="256"/>
            <ac:cxnSpMk id="51" creationId="{3FA2AB39-617C-E4D8-799F-1F18578501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FD357-3257-9DEA-ED88-4A39ABF65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C09C2-E1A1-4D18-F392-41B967DC0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F9F8F-32EE-AFEB-95D0-852FDA97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DAB16-B9B0-5D90-F391-17239F05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49B38-09C8-4550-F886-4CCA8874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3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D76D-ADEE-DADF-925F-3AF14B4D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9546-AEED-886E-6B99-EEF229C84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900C1-BE1E-DCE9-CF66-D9F71DCD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863BD-15FD-4314-13A8-0EB37491F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75FDB-DD3C-466E-1574-20B41266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0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D5B3-8581-1BDD-0FFC-33FD1CB0D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9A8F5-86A9-5D23-A257-6930D8760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C1049-9004-3ED2-0143-ED6297CF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1D19-B3C2-BE5B-102F-5954BF42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85E88-2D1B-DC1D-AB90-32C1DFC2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4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C483-AEDA-DA54-0DC9-3100A290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66EAD-F2B7-D5CC-1F3B-1A06610C3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76C5F-C286-C567-F6F1-2E4D3C458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BC066-3EB5-C888-4274-4A6CC78E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B7FF9-DA9E-A94D-2BF8-357D7AF7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BF2C7-9B56-15C2-CA34-8834B940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6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C9D5-99E9-0927-575B-62DB9108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D85AC-6024-C3D0-BF2E-648D7848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62990-7D46-22F8-BC23-CC0B7ED78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1ACE3-DDE3-C8AA-26FA-D82AB037C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6E7F8-9E12-A553-8127-732241110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A5090-460A-9728-B940-483E0B62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60972E-D70F-194D-9E62-98AAF73DE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498C7-41B6-4BEC-05E5-D59226D6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4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6024-9F12-32EE-372E-E0F7CAE8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C6F2B-D2B6-CFE7-74D7-36F1259D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1E3B6-C286-FFB8-5178-C4B76D74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91C57-154D-F9B1-AE7B-437C947B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7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6E899-3265-2858-00EE-10909D76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A4FCC-A5AB-8F8C-E3AD-24106D85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3DEF-760A-12BD-4658-003A4AF6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6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945C-A1B5-059E-EE61-9EB2FC01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E3BD3-C1FC-D65D-C5EB-342F32BB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CDF1A-B0A0-3BF2-FFEA-5C272DAE7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5E2DE-6A3A-3FEA-C627-0F7AB5CF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1D8DA-BF41-9B5A-A9DA-86438227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9FDAF-5C7E-4115-391B-770F616A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8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555D-12F3-F224-5E4D-EFBD101A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2537C-2215-38D6-3057-DBCEF0EC2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7A81E-460A-F48B-83BC-B4890DA15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A6E2A-7928-3382-A96A-72F7749F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BB143-3FB6-3B90-0DE5-5BF4D443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B712E-E8A3-53DE-F783-84CA0C95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5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3490-6DA7-C807-4224-FFA60769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6AF70-9D27-C081-6FBA-D13E81413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6D124-E669-4E94-CDF9-919CF6F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B092A-AC49-5A3F-4AE5-C5564C4F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BC79B-9321-AD37-3AAC-EF409F14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4EE0FF-F492-69FD-156D-122D6D265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871D4-67CD-ED4F-3F88-E6379FF32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51461-B06A-EE34-7388-A125CED9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7346D-AE36-DA13-0F90-DCBE5E5E6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5DC80-E02D-5B2B-04CB-7CBB8A7A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1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3EC4A-E13A-0213-EBA8-744A9BAE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29EEA-83F1-4F52-F5BC-0105B1160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87AE9-EE0C-5424-1C0E-2F17E2C9C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E86BF-7F65-43CF-AE46-EFD7C683430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C4A11-7277-9E61-C596-9D07B4806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FC1DB-D9D9-8E3C-D67A-B4A61BF39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06863-2F4A-4757-B4F7-0A69057EA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3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E186A6-FC0D-12DB-4C7B-AF82A6BD0FD9}"/>
              </a:ext>
            </a:extLst>
          </p:cNvPr>
          <p:cNvSpPr/>
          <p:nvPr/>
        </p:nvSpPr>
        <p:spPr>
          <a:xfrm>
            <a:off x="365554" y="3079716"/>
            <a:ext cx="1062892" cy="6259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Launch Year Population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3581310-5C3E-219E-4B43-8CBB7858D68D}"/>
              </a:ext>
            </a:extLst>
          </p:cNvPr>
          <p:cNvSpPr/>
          <p:nvPr/>
        </p:nvSpPr>
        <p:spPr>
          <a:xfrm>
            <a:off x="1496753" y="3265218"/>
            <a:ext cx="539530" cy="273538"/>
          </a:xfrm>
          <a:prstGeom prst="rightArrow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E9DE5E-1ACA-0E72-81FF-6C27771DE4C8}"/>
              </a:ext>
            </a:extLst>
          </p:cNvPr>
          <p:cNvSpPr/>
          <p:nvPr/>
        </p:nvSpPr>
        <p:spPr>
          <a:xfrm>
            <a:off x="3660928" y="1358481"/>
            <a:ext cx="1289579" cy="5005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4AD1F-092F-7D64-3E2C-0677B11A0EBC}"/>
              </a:ext>
            </a:extLst>
          </p:cNvPr>
          <p:cNvSpPr txBox="1"/>
          <p:nvPr/>
        </p:nvSpPr>
        <p:spPr>
          <a:xfrm>
            <a:off x="3622432" y="1358482"/>
            <a:ext cx="1346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Population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Age/Sex/Ethnicity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CD92FA-81A6-CD93-8438-34C97DD5A34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465269" y="1858984"/>
            <a:ext cx="840449" cy="350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DBA490-DA57-9602-65F0-076438C61A5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305718" y="1858984"/>
            <a:ext cx="738480" cy="391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A603C946-9914-2716-E726-43B741173BB1}"/>
              </a:ext>
            </a:extLst>
          </p:cNvPr>
          <p:cNvSpPr/>
          <p:nvPr/>
        </p:nvSpPr>
        <p:spPr>
          <a:xfrm>
            <a:off x="2637306" y="2250001"/>
            <a:ext cx="1399592" cy="555531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FA7E4D-44FC-46AA-AC23-6CDBC0ED0924}"/>
              </a:ext>
            </a:extLst>
          </p:cNvPr>
          <p:cNvSpPr txBox="1"/>
          <p:nvPr/>
        </p:nvSpPr>
        <p:spPr>
          <a:xfrm>
            <a:off x="2580503" y="2300922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Formation Rates</a:t>
            </a:r>
            <a:br>
              <a:rPr lang="en-US" sz="1200" dirty="0"/>
            </a:br>
            <a:r>
              <a:rPr lang="en-US" sz="1200" dirty="0"/>
              <a:t>Head of Household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3F1D5BD2-7410-CBDC-B5FD-C3AD634E4E07}"/>
              </a:ext>
            </a:extLst>
          </p:cNvPr>
          <p:cNvSpPr/>
          <p:nvPr/>
        </p:nvSpPr>
        <p:spPr>
          <a:xfrm>
            <a:off x="4580521" y="2289387"/>
            <a:ext cx="1399592" cy="555531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071384-73C8-8410-DAB8-5D0AED605679}"/>
              </a:ext>
            </a:extLst>
          </p:cNvPr>
          <p:cNvSpPr txBox="1"/>
          <p:nvPr/>
        </p:nvSpPr>
        <p:spPr>
          <a:xfrm>
            <a:off x="4620539" y="2340308"/>
            <a:ext cx="127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Formation Rates</a:t>
            </a:r>
            <a:br>
              <a:rPr lang="en-US" sz="1200" dirty="0"/>
            </a:br>
            <a:r>
              <a:rPr lang="en-US" sz="1200" dirty="0"/>
              <a:t>Group Quarters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D5980A-9087-33A6-3FD4-679945137B34}"/>
              </a:ext>
            </a:extLst>
          </p:cNvPr>
          <p:cNvCxnSpPr>
            <a:stCxn id="19" idx="2"/>
          </p:cNvCxnSpPr>
          <p:nvPr/>
        </p:nvCxnSpPr>
        <p:spPr>
          <a:xfrm>
            <a:off x="5280317" y="2844918"/>
            <a:ext cx="0" cy="37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64BA4F6-C2CA-7201-18AF-616194CBCE86}"/>
              </a:ext>
            </a:extLst>
          </p:cNvPr>
          <p:cNvSpPr/>
          <p:nvPr/>
        </p:nvSpPr>
        <p:spPr>
          <a:xfrm>
            <a:off x="4748871" y="3265789"/>
            <a:ext cx="1062892" cy="5005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5286B9-9985-ECA4-12BC-F7A4662DE6B4}"/>
              </a:ext>
            </a:extLst>
          </p:cNvPr>
          <p:cNvSpPr txBox="1"/>
          <p:nvPr/>
        </p:nvSpPr>
        <p:spPr>
          <a:xfrm>
            <a:off x="4669989" y="3285207"/>
            <a:ext cx="1220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Group Quarters</a:t>
            </a:r>
          </a:p>
          <a:p>
            <a:pPr algn="ctr"/>
            <a:r>
              <a:rPr lang="en-US" sz="1200" dirty="0">
                <a:highlight>
                  <a:srgbClr val="FFFF00"/>
                </a:highlight>
              </a:rPr>
              <a:t>Population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4C74ED-DB1E-3D98-0BE4-CEE86D2A2FF1}"/>
              </a:ext>
            </a:extLst>
          </p:cNvPr>
          <p:cNvCxnSpPr>
            <a:cxnSpLocks/>
          </p:cNvCxnSpPr>
          <p:nvPr/>
        </p:nvCxnSpPr>
        <p:spPr>
          <a:xfrm flipH="1">
            <a:off x="2868253" y="2809980"/>
            <a:ext cx="435956" cy="393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2362F874-F5F5-5307-EF24-C4BAE949B4E2}"/>
              </a:ext>
            </a:extLst>
          </p:cNvPr>
          <p:cNvSpPr/>
          <p:nvPr/>
        </p:nvSpPr>
        <p:spPr>
          <a:xfrm>
            <a:off x="2210231" y="3309681"/>
            <a:ext cx="1220654" cy="62603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788281-F223-CCF5-BEFE-9812E27C77AF}"/>
              </a:ext>
            </a:extLst>
          </p:cNvPr>
          <p:cNvSpPr txBox="1"/>
          <p:nvPr/>
        </p:nvSpPr>
        <p:spPr>
          <a:xfrm>
            <a:off x="2221311" y="3289388"/>
            <a:ext cx="120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Household</a:t>
            </a:r>
            <a:br>
              <a:rPr lang="en-US" sz="1200" dirty="0"/>
            </a:br>
            <a:r>
              <a:rPr lang="en-US" sz="1200" dirty="0"/>
              <a:t>Characteristics</a:t>
            </a:r>
            <a:br>
              <a:rPr lang="en-US" sz="1200" dirty="0"/>
            </a:br>
            <a:r>
              <a:rPr lang="en-US" sz="1200" dirty="0"/>
              <a:t>Rates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A73483-7DDC-4D0B-B08F-C6E74933524E}"/>
              </a:ext>
            </a:extLst>
          </p:cNvPr>
          <p:cNvCxnSpPr>
            <a:cxnSpLocks/>
          </p:cNvCxnSpPr>
          <p:nvPr/>
        </p:nvCxnSpPr>
        <p:spPr>
          <a:xfrm>
            <a:off x="2824434" y="3935719"/>
            <a:ext cx="0" cy="317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EC7A187-731B-ABC3-8FD7-771AFE0C80DD}"/>
              </a:ext>
            </a:extLst>
          </p:cNvPr>
          <p:cNvSpPr/>
          <p:nvPr/>
        </p:nvSpPr>
        <p:spPr>
          <a:xfrm>
            <a:off x="2284482" y="4292044"/>
            <a:ext cx="1062892" cy="5005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A22444-CA6D-D4DE-42E8-AD1D011F8A1B}"/>
              </a:ext>
            </a:extLst>
          </p:cNvPr>
          <p:cNvSpPr txBox="1"/>
          <p:nvPr/>
        </p:nvSpPr>
        <p:spPr>
          <a:xfrm>
            <a:off x="2224053" y="4327257"/>
            <a:ext cx="1156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Households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with Attributes</a:t>
            </a:r>
          </a:p>
        </p:txBody>
      </p: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497F0F9B-D7EF-4699-C7DC-7BDC7384E8DA}"/>
              </a:ext>
            </a:extLst>
          </p:cNvPr>
          <p:cNvSpPr/>
          <p:nvPr/>
        </p:nvSpPr>
        <p:spPr>
          <a:xfrm>
            <a:off x="2102247" y="1229529"/>
            <a:ext cx="4123547" cy="416560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71E405-E458-A8B0-528F-0F1F90791B85}"/>
              </a:ext>
            </a:extLst>
          </p:cNvPr>
          <p:cNvSpPr txBox="1"/>
          <p:nvPr/>
        </p:nvSpPr>
        <p:spPr>
          <a:xfrm>
            <a:off x="2610400" y="941534"/>
            <a:ext cx="3115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Population, Households, and Housing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07FB49-A7C6-A588-183F-8104F2CA36A7}"/>
              </a:ext>
            </a:extLst>
          </p:cNvPr>
          <p:cNvSpPr/>
          <p:nvPr/>
        </p:nvSpPr>
        <p:spPr>
          <a:xfrm>
            <a:off x="8714986" y="1336310"/>
            <a:ext cx="1290931" cy="5005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76CC98-48FC-1C80-A142-FA990FCE9B69}"/>
              </a:ext>
            </a:extLst>
          </p:cNvPr>
          <p:cNvSpPr txBox="1"/>
          <p:nvPr/>
        </p:nvSpPr>
        <p:spPr>
          <a:xfrm>
            <a:off x="8666088" y="1336311"/>
            <a:ext cx="134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Population</a:t>
            </a:r>
            <a:br>
              <a:rPr lang="en-US" sz="1200" dirty="0"/>
            </a:br>
            <a:r>
              <a:rPr lang="en-US" sz="1200" dirty="0"/>
              <a:t>Age/Sex/Ethnicity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F2D4BC6-2ADB-FC99-79FC-10C812FC95AB}"/>
              </a:ext>
            </a:extLst>
          </p:cNvPr>
          <p:cNvCxnSpPr/>
          <p:nvPr/>
        </p:nvCxnSpPr>
        <p:spPr>
          <a:xfrm>
            <a:off x="9346731" y="1831322"/>
            <a:ext cx="0" cy="37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FA2AB39-617C-E4D8-799F-1F185785015E}"/>
              </a:ext>
            </a:extLst>
          </p:cNvPr>
          <p:cNvCxnSpPr>
            <a:cxnSpLocks/>
            <a:stCxn id="10" idx="3"/>
            <a:endCxn id="46" idx="1"/>
          </p:cNvCxnSpPr>
          <p:nvPr/>
        </p:nvCxnSpPr>
        <p:spPr>
          <a:xfrm flipV="1">
            <a:off x="4969019" y="1567144"/>
            <a:ext cx="3697069" cy="22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687C82E0-FCDB-D3B6-128C-7E9A12CEE7C4}"/>
              </a:ext>
            </a:extLst>
          </p:cNvPr>
          <p:cNvSpPr/>
          <p:nvPr/>
        </p:nvSpPr>
        <p:spPr>
          <a:xfrm>
            <a:off x="8646935" y="2262408"/>
            <a:ext cx="1399592" cy="293716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AAD940-4EEB-D5F7-418B-EC2FA0986EFF}"/>
              </a:ext>
            </a:extLst>
          </p:cNvPr>
          <p:cNvSpPr txBox="1"/>
          <p:nvPr/>
        </p:nvSpPr>
        <p:spPr>
          <a:xfrm>
            <a:off x="8646935" y="2279125"/>
            <a:ext cx="1405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Apply Death Rates</a:t>
            </a:r>
          </a:p>
        </p:txBody>
      </p:sp>
      <p:sp>
        <p:nvSpPr>
          <p:cNvPr id="54" name="Flowchart: Alternate Process 53">
            <a:extLst>
              <a:ext uri="{FF2B5EF4-FFF2-40B4-BE49-F238E27FC236}">
                <a16:creationId xmlns:a16="http://schemas.microsoft.com/office/drawing/2014/main" id="{4494B059-E5C0-00D0-DD5D-23027A06A9F3}"/>
              </a:ext>
            </a:extLst>
          </p:cNvPr>
          <p:cNvSpPr/>
          <p:nvPr/>
        </p:nvSpPr>
        <p:spPr>
          <a:xfrm>
            <a:off x="8644135" y="3686206"/>
            <a:ext cx="1399592" cy="293716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6F5D38-4CE7-DC15-AFF1-7D01FBF96D5A}"/>
              </a:ext>
            </a:extLst>
          </p:cNvPr>
          <p:cNvSpPr txBox="1"/>
          <p:nvPr/>
        </p:nvSpPr>
        <p:spPr>
          <a:xfrm>
            <a:off x="8687544" y="3702923"/>
            <a:ext cx="1318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Apply Birth Rates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A25DD21-DC44-4AE2-5802-FFF45461FF00}"/>
              </a:ext>
            </a:extLst>
          </p:cNvPr>
          <p:cNvCxnSpPr/>
          <p:nvPr/>
        </p:nvCxnSpPr>
        <p:spPr>
          <a:xfrm>
            <a:off x="9346731" y="2556124"/>
            <a:ext cx="0" cy="37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E9596DB2-9D14-A34F-2F6F-D9F2E1878594}"/>
              </a:ext>
            </a:extLst>
          </p:cNvPr>
          <p:cNvSpPr/>
          <p:nvPr/>
        </p:nvSpPr>
        <p:spPr>
          <a:xfrm>
            <a:off x="8587571" y="4412104"/>
            <a:ext cx="1512719" cy="293716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63E085-A665-9B2A-954C-0110FCC30A6D}"/>
              </a:ext>
            </a:extLst>
          </p:cNvPr>
          <p:cNvSpPr txBox="1"/>
          <p:nvPr/>
        </p:nvSpPr>
        <p:spPr>
          <a:xfrm>
            <a:off x="8536606" y="4428821"/>
            <a:ext cx="1620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Apply Migration Rates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7F1B7F-05E7-4FF4-D923-EC96277B69DF}"/>
              </a:ext>
            </a:extLst>
          </p:cNvPr>
          <p:cNvCxnSpPr/>
          <p:nvPr/>
        </p:nvCxnSpPr>
        <p:spPr>
          <a:xfrm>
            <a:off x="9343931" y="3973409"/>
            <a:ext cx="0" cy="37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5526867-F547-1982-3A88-8D3D87B797DA}"/>
              </a:ext>
            </a:extLst>
          </p:cNvPr>
          <p:cNvSpPr/>
          <p:nvPr/>
        </p:nvSpPr>
        <p:spPr>
          <a:xfrm>
            <a:off x="8714986" y="5152127"/>
            <a:ext cx="1245403" cy="7034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737E41-3DDC-14D3-6B9C-412C265A7C6E}"/>
              </a:ext>
            </a:extLst>
          </p:cNvPr>
          <p:cNvSpPr txBox="1"/>
          <p:nvPr/>
        </p:nvSpPr>
        <p:spPr>
          <a:xfrm>
            <a:off x="8644777" y="5189571"/>
            <a:ext cx="1346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Next Increment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Population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Age/Sex/Ethnicity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C73D4B0-0B82-8C9B-F45C-6B94D3B1F4B9}"/>
              </a:ext>
            </a:extLst>
          </p:cNvPr>
          <p:cNvCxnSpPr/>
          <p:nvPr/>
        </p:nvCxnSpPr>
        <p:spPr>
          <a:xfrm>
            <a:off x="9343931" y="4705820"/>
            <a:ext cx="0" cy="37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5EFD6D06-A5EC-ACE1-E938-908369B4DC2A}"/>
              </a:ext>
            </a:extLst>
          </p:cNvPr>
          <p:cNvSpPr/>
          <p:nvPr/>
        </p:nvSpPr>
        <p:spPr>
          <a:xfrm>
            <a:off x="8539406" y="1234246"/>
            <a:ext cx="1620252" cy="475234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Curved Down 64">
            <a:extLst>
              <a:ext uri="{FF2B5EF4-FFF2-40B4-BE49-F238E27FC236}">
                <a16:creationId xmlns:a16="http://schemas.microsoft.com/office/drawing/2014/main" id="{0AF7E35F-E6C7-34B9-F23F-87E15678AF7A}"/>
              </a:ext>
            </a:extLst>
          </p:cNvPr>
          <p:cNvSpPr/>
          <p:nvPr/>
        </p:nvSpPr>
        <p:spPr>
          <a:xfrm rot="16200000">
            <a:off x="6220357" y="3054622"/>
            <a:ext cx="1216152" cy="731520"/>
          </a:xfrm>
          <a:prstGeom prst="curved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Arrow: Curved Down 66">
            <a:extLst>
              <a:ext uri="{FF2B5EF4-FFF2-40B4-BE49-F238E27FC236}">
                <a16:creationId xmlns:a16="http://schemas.microsoft.com/office/drawing/2014/main" id="{89A40447-AD9A-7E00-260C-DF6F2E5BA9F5}"/>
              </a:ext>
            </a:extLst>
          </p:cNvPr>
          <p:cNvSpPr/>
          <p:nvPr/>
        </p:nvSpPr>
        <p:spPr>
          <a:xfrm rot="5400000">
            <a:off x="7161775" y="3131197"/>
            <a:ext cx="1216152" cy="731520"/>
          </a:xfrm>
          <a:prstGeom prst="curved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2CD9DFD4-24AA-7D4E-D525-1DCE706A2CA9}"/>
              </a:ext>
            </a:extLst>
          </p:cNvPr>
          <p:cNvSpPr/>
          <p:nvPr/>
        </p:nvSpPr>
        <p:spPr>
          <a:xfrm>
            <a:off x="8665579" y="2968626"/>
            <a:ext cx="1399592" cy="293716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E62A6B-0235-5021-99C3-8AC4C6590848}"/>
              </a:ext>
            </a:extLst>
          </p:cNvPr>
          <p:cNvSpPr txBox="1"/>
          <p:nvPr/>
        </p:nvSpPr>
        <p:spPr>
          <a:xfrm>
            <a:off x="8775965" y="2985343"/>
            <a:ext cx="1184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Age Population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9CA2DD8-4D4C-F823-8903-81099C1A3073}"/>
              </a:ext>
            </a:extLst>
          </p:cNvPr>
          <p:cNvCxnSpPr/>
          <p:nvPr/>
        </p:nvCxnSpPr>
        <p:spPr>
          <a:xfrm>
            <a:off x="9339381" y="3262342"/>
            <a:ext cx="0" cy="377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1D0B81E-B572-4983-0521-C4F83AF736CA}"/>
              </a:ext>
            </a:extLst>
          </p:cNvPr>
          <p:cNvSpPr txBox="1"/>
          <p:nvPr/>
        </p:nvSpPr>
        <p:spPr>
          <a:xfrm>
            <a:off x="8436053" y="948664"/>
            <a:ext cx="1858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Increment Population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37A2BB-CF9D-8A9D-6C8F-698AB8DBD88B}"/>
              </a:ext>
            </a:extLst>
          </p:cNvPr>
          <p:cNvSpPr txBox="1"/>
          <p:nvPr/>
        </p:nvSpPr>
        <p:spPr>
          <a:xfrm>
            <a:off x="6195354" y="2545341"/>
            <a:ext cx="22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Population Feedback Loop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CF8921-64B6-A577-76D1-2E9BE28715D5}"/>
              </a:ext>
            </a:extLst>
          </p:cNvPr>
          <p:cNvSpPr txBox="1"/>
          <p:nvPr/>
        </p:nvSpPr>
        <p:spPr>
          <a:xfrm>
            <a:off x="78763" y="2562184"/>
            <a:ext cx="1661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Starting Population</a:t>
            </a:r>
            <a:br>
              <a:rPr lang="en-US" sz="1400" dirty="0"/>
            </a:br>
            <a:r>
              <a:rPr lang="en-US" sz="1400" dirty="0"/>
              <a:t>SANDAG Estimates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C4BE68-E3FB-09A1-58C7-50D702C6D975}"/>
              </a:ext>
            </a:extLst>
          </p:cNvPr>
          <p:cNvCxnSpPr>
            <a:cxnSpLocks/>
          </p:cNvCxnSpPr>
          <p:nvPr/>
        </p:nvCxnSpPr>
        <p:spPr>
          <a:xfrm>
            <a:off x="3430382" y="2805532"/>
            <a:ext cx="754876" cy="1359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6ED4FAD-EDFF-2D9B-ACEA-4318FAFBA454}"/>
              </a:ext>
            </a:extLst>
          </p:cNvPr>
          <p:cNvSpPr/>
          <p:nvPr/>
        </p:nvSpPr>
        <p:spPr>
          <a:xfrm>
            <a:off x="3557702" y="4258845"/>
            <a:ext cx="1372107" cy="6279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AEA6C6-03B8-D62B-ACC1-ABA1FEF7D8CA}"/>
              </a:ext>
            </a:extLst>
          </p:cNvPr>
          <p:cNvSpPr txBox="1"/>
          <p:nvPr/>
        </p:nvSpPr>
        <p:spPr>
          <a:xfrm>
            <a:off x="3524231" y="4247835"/>
            <a:ext cx="140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</a:rPr>
              <a:t>Households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and Housing Units</a:t>
            </a:r>
          </a:p>
          <a:p>
            <a:pPr algn="ctr"/>
            <a:r>
              <a:rPr lang="en-US" sz="1200" dirty="0">
                <a:highlight>
                  <a:srgbClr val="FFFF00"/>
                </a:highlight>
              </a:rPr>
              <a:t>by Structure Type</a:t>
            </a:r>
          </a:p>
        </p:txBody>
      </p:sp>
    </p:spTree>
    <p:extLst>
      <p:ext uri="{BB962C8B-B14F-4D97-AF65-F5344CB8AC3E}">
        <p14:creationId xmlns:p14="http://schemas.microsoft.com/office/powerpoint/2010/main" val="3671389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Gregor Schroeder</dc:creator>
  <cp:lastModifiedBy>Gregor Schroeder</cp:lastModifiedBy>
  <cp:revision>1</cp:revision>
  <dcterms:created xsi:type="dcterms:W3CDTF">2023-12-18T16:57:05Z</dcterms:created>
  <dcterms:modified xsi:type="dcterms:W3CDTF">2026-10-21T00:31:44Z</dcterms:modified>
</cp:coreProperties>
</file>